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F98D-1082-4E6F-9429-005D89F5D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54F8E-5DC4-429B-9B53-4B68FBB73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8B00B-99E3-4DAD-8ED6-AA30C6EF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A2439-EFC5-4FC9-925E-11CB08890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0010A-B899-4169-AC56-067849DE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0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D445-0F25-428A-A658-2C3C0B8A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656DD-FB52-469F-B680-1DCB3FA84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B65A8-73DE-48F3-BF69-4AADDC000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54BAE-A786-4D1D-AB14-F6211EDD9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A2CB-89D2-4B8E-A907-AE6649B05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919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C045-4535-4D4E-80A5-C420B8E2F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00364-E417-4B2C-8314-DA73D30E8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02200-4557-4695-B2B5-E00CD5C0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CB20E-8806-462A-8B26-B8B59E682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74AA1-70BE-43FA-B068-A325CC25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4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0119-4F1A-42C8-A70F-93C73C55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76413-BC3D-461A-B8C0-9FAFAF858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99966-7387-44E8-B553-BAB213077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09C4D-E540-4CF7-9E49-1405A8FD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0314A-3E38-4F13-B451-AEAB86DA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DCB79-EF8D-4B19-8A56-255D2C15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153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B83CE-ABC6-475C-B590-FC67B2810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4A87C-90EE-4DF8-A5F6-76656C80D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30A57-C829-47E2-9365-300A1A9CB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0783B5-3AC5-4E9B-876A-0149A57C8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243C85-3623-4DA8-9410-22E420294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4A9B25-1633-4E1E-AAE7-026A1827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B53F42-0583-4425-8004-238BB7FCE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94D114-13EB-408F-92FF-71669F1C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297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CDD20-1382-44BE-9AA0-9D6929997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62C05-46BD-4839-A59A-398723EF0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9232E-A698-4A1E-AA4C-2771B6C8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4B043-D093-46B9-8420-05329B90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63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613DBA-1A22-4B4D-83EF-C573DB439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1D89F5-1505-4886-94EE-DC7B62CB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FEC77-CBCF-4911-B7A2-F86D685D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740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FCF3-2176-4B57-B25B-811269B8B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8F0B6-F852-42C4-96D3-F2177ADF4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A295F-056C-44EC-B084-C19D52CDA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1BF3E-64A7-4387-9A66-AE742B65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B5647-0389-4DA6-9BFD-8877D414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0FF18-68BD-451E-A0E9-23A60CC4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335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493B-8665-42AF-8F05-ED0518E1C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BC463-2481-4F09-838F-85F4AC78C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0AE9C-8AFE-4595-A8BF-08BE2D20A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27BAC-B39A-4550-9036-E45249078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E12F1-6D84-46B8-9432-CBABD8A2B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7BDDC-2FB4-4F9F-A72C-CC1DEF285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02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0566-AC69-4B2F-B99E-15A1E5A3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1A819-081A-4736-994E-688B3AA88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F4CA2-1B7C-4D9D-9D77-2AA11D1EC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454DA-3EAF-49E2-8AFE-4EC0C5E6E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2A66-B285-4826-B977-A7EED195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7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94B8FF-2B0F-4F04-87E2-F9E01AC68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F0A5A-EB67-4B94-91D4-6ADA57890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DD090-8AC7-4585-9108-B6A5EDC95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5F81-EBFC-42D3-9E0E-6DF1190F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97C07-67DC-429E-9632-86B68095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95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1C073C-D62A-4774-BD31-A102BFBC4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10497-CF2B-4FC2-B4FC-C03918EC1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4B605-B714-4153-B75B-EECE7BFA3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C2BAB-D0C8-43CD-9C6A-AC7121309BF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22289-FC67-45AE-B92C-2DF439B17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728F2-F322-4866-9884-FD4432BAE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B837A-59FE-4FC4-8756-F6763D5714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1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E6A8-3469-4ADC-8A65-4AD81FB20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968374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8000" b="1" dirty="0"/>
              <a:t>Mobile Price Analysis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5606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611F4-93A4-40B2-8D60-7BE780C9A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45406"/>
            <a:ext cx="5157787" cy="823913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45C59-C70E-4EE8-8362-D4CAE76CFF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today’s competitive mobile market, pricing strategy plays a crucial role in business success.</a:t>
            </a:r>
          </a:p>
          <a:p>
            <a:r>
              <a:rPr lang="en-US" dirty="0"/>
              <a:t>This project focuses on analyzing the key features that influence mobile phone prices using data science techniques. </a:t>
            </a:r>
          </a:p>
          <a:p>
            <a:r>
              <a:rPr lang="en-US" dirty="0"/>
              <a:t>The goal is to extract meaningful insights that can help the organization make better pricing decisions.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6665D-4A26-4622-9329-CC7B4FE50E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45406"/>
            <a:ext cx="5183188" cy="823913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Objective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7E8229-22A1-4299-B903-6114E9101E0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 understand the factors affecting mobile phone prices.</a:t>
            </a:r>
          </a:p>
          <a:p>
            <a:r>
              <a:rPr lang="en-US" dirty="0"/>
              <a:t>To perform data cleaning and preprocessing.</a:t>
            </a:r>
          </a:p>
          <a:p>
            <a:r>
              <a:rPr lang="en-US" dirty="0"/>
              <a:t>To analyze relationships between features and price.</a:t>
            </a:r>
          </a:p>
          <a:p>
            <a:r>
              <a:rPr lang="en-US" dirty="0"/>
              <a:t>To derive insights using statistical and visualization techniques.</a:t>
            </a:r>
          </a:p>
          <a:p>
            <a:r>
              <a:rPr lang="en-US" dirty="0"/>
              <a:t>To build a simple rule-based price estimation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51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82E12-87DD-4F8B-A040-95728E823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87655"/>
            <a:ext cx="5157787" cy="673769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Dataset Description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507C5-2956-4D32-BC56-97651F07F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65684"/>
            <a:ext cx="5157787" cy="4023979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The dataset contains detailed information about mobile phones with the following features:</a:t>
            </a:r>
          </a:p>
          <a:p>
            <a:pPr marL="0" indent="0">
              <a:buNone/>
            </a:pPr>
            <a:r>
              <a:rPr lang="en-IN" dirty="0"/>
              <a:t>Model, Colour, RAM, Internal Memory, Battery Capacity, Rear Camera, Front Camera, AI Lens, Mobile Height, Processor, Price (Target Variable)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BAA9F9-EDB2-4F2F-8070-F32C8B73A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87656"/>
            <a:ext cx="5183188" cy="673768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Data </a:t>
            </a:r>
            <a:r>
              <a:rPr lang="en-IN" sz="3200" dirty="0" err="1"/>
              <a:t>Preprocessing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FF064A-1DF6-4E46-A4A4-ACD4207B4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65684"/>
            <a:ext cx="5183188" cy="40239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Handling Missing Values Numerical values were replaced using mean.</a:t>
            </a:r>
          </a:p>
          <a:p>
            <a:pPr marL="0" indent="0">
              <a:buNone/>
            </a:pPr>
            <a:r>
              <a:rPr lang="en-US" dirty="0"/>
              <a:t>Categorical values were replaced using mode.</a:t>
            </a:r>
          </a:p>
          <a:p>
            <a:pPr marL="0" indent="0">
              <a:buNone/>
            </a:pPr>
            <a:r>
              <a:rPr lang="en-US" dirty="0"/>
              <a:t>Data Cleaning.</a:t>
            </a:r>
          </a:p>
          <a:p>
            <a:pPr marL="0" indent="0">
              <a:buNone/>
            </a:pPr>
            <a:r>
              <a:rPr lang="en-US" dirty="0"/>
              <a:t>Checked for inconsistencies.</a:t>
            </a:r>
          </a:p>
          <a:p>
            <a:pPr marL="0" indent="0">
              <a:buNone/>
            </a:pPr>
            <a:r>
              <a:rPr lang="en-US" dirty="0"/>
              <a:t>Ensured correct data types.</a:t>
            </a:r>
          </a:p>
          <a:p>
            <a:pPr marL="0" indent="0">
              <a:buNone/>
            </a:pPr>
            <a:r>
              <a:rPr lang="en-US" dirty="0"/>
              <a:t>Removed invalid entries if any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6035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79B0F-3C68-4B5C-B452-F5127DC2C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885524"/>
            <a:ext cx="5157787" cy="904775"/>
          </a:xfrm>
        </p:spPr>
        <p:txBody>
          <a:bodyPr>
            <a:normAutofit/>
          </a:bodyPr>
          <a:lstStyle/>
          <a:p>
            <a:r>
              <a:rPr lang="en-IN" sz="3200" dirty="0"/>
              <a:t>Exploratory Data Analysis</a:t>
            </a:r>
            <a:r>
              <a:rPr lang="en-IN" dirty="0"/>
              <a:t> (EDA)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A475A-2CAC-4597-9D91-366BC17B7D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Statistical Analysis.</a:t>
            </a:r>
          </a:p>
          <a:p>
            <a:r>
              <a:rPr lang="en-US" dirty="0"/>
              <a:t>Used descriptive statistics like mean, median, standard deviation.</a:t>
            </a:r>
          </a:p>
          <a:p>
            <a:r>
              <a:rPr lang="en-US" dirty="0"/>
              <a:t>Observed distribution of price and other features.</a:t>
            </a:r>
          </a:p>
          <a:p>
            <a:r>
              <a:rPr lang="en-US" dirty="0"/>
              <a:t>Correlation Analysis </a:t>
            </a:r>
          </a:p>
          <a:p>
            <a:r>
              <a:rPr lang="en-US" dirty="0"/>
              <a:t>Identified relationship between features and price.</a:t>
            </a:r>
          </a:p>
          <a:p>
            <a:r>
              <a:rPr lang="en-US" dirty="0"/>
              <a:t>Strong correlations found with: RAM Internal Memory Moderate correlation: Battery Camera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D39B14-4EDC-4642-9561-0EC003384F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885524"/>
            <a:ext cx="5183188" cy="904775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Feature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C4E83-90B0-41D9-8E81-9C547EB155C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RAM vs Price -Higher RAM significantly increases price Premium phones mostly have higher .</a:t>
            </a:r>
          </a:p>
          <a:p>
            <a:r>
              <a:rPr lang="en-IN" dirty="0"/>
              <a:t>RAM Battery vs Price Battery has moderate impact Larger battery slightly increases price.</a:t>
            </a:r>
          </a:p>
          <a:p>
            <a:r>
              <a:rPr lang="en-IN" dirty="0"/>
              <a:t>Model vs Price Different models have different pricing strategies.</a:t>
            </a:r>
          </a:p>
          <a:p>
            <a:r>
              <a:rPr lang="en-IN" dirty="0"/>
              <a:t>Premium models are priced higher</a:t>
            </a:r>
          </a:p>
        </p:txBody>
      </p:sp>
    </p:spTree>
    <p:extLst>
      <p:ext uri="{BB962C8B-B14F-4D97-AF65-F5344CB8AC3E}">
        <p14:creationId xmlns:p14="http://schemas.microsoft.com/office/powerpoint/2010/main" val="2034435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93127-7003-4B72-B27E-299C4D28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49154"/>
            <a:ext cx="5157787" cy="760395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Data Visualization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3323B-0EAB-4173-A024-B58B18C149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following visualizations were used:</a:t>
            </a:r>
          </a:p>
          <a:p>
            <a:r>
              <a:rPr lang="en-US" dirty="0"/>
              <a:t>Heatmap for correlation analysis.</a:t>
            </a:r>
          </a:p>
          <a:p>
            <a:r>
              <a:rPr lang="en-US" dirty="0"/>
              <a:t>Boxplot for RAM vs Price. </a:t>
            </a:r>
          </a:p>
          <a:p>
            <a:r>
              <a:rPr lang="en-US" dirty="0"/>
              <a:t>Scatterplot for Battery vs Price.</a:t>
            </a:r>
          </a:p>
          <a:p>
            <a:r>
              <a:rPr lang="en-US" dirty="0"/>
              <a:t>Histogram for Price distribution.</a:t>
            </a:r>
          </a:p>
          <a:p>
            <a:r>
              <a:rPr lang="en-US" dirty="0"/>
              <a:t>These visualizations helped in identifying trends and patterns in the data.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BC9F95-2077-4063-B74E-20F7F5245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49154"/>
            <a:ext cx="5183188" cy="760395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Price Estimation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B6A77B-B3D0-4AD0-A0AF-47EABBD373C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simple rule-based approach was used:</a:t>
            </a:r>
          </a:p>
          <a:p>
            <a:pPr marL="0" indent="0">
              <a:buNone/>
            </a:pPr>
            <a:r>
              <a:rPr lang="en-US" dirty="0"/>
              <a:t>Base price = Average price.</a:t>
            </a:r>
          </a:p>
          <a:p>
            <a:pPr marL="0" indent="0">
              <a:buNone/>
            </a:pPr>
            <a:r>
              <a:rPr lang="en-US" dirty="0"/>
              <a:t>If RAM is high → Increase price.</a:t>
            </a:r>
          </a:p>
          <a:p>
            <a:pPr marL="0" indent="0">
              <a:buNone/>
            </a:pPr>
            <a:r>
              <a:rPr lang="en-US" dirty="0"/>
              <a:t>If battery is high → Slight increase.</a:t>
            </a:r>
          </a:p>
          <a:p>
            <a:pPr marL="0" indent="0">
              <a:buNone/>
            </a:pPr>
            <a:r>
              <a:rPr lang="en-US" dirty="0"/>
              <a:t>This method provides a basic estimation without using machine learning.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789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E4303-FEE8-4AF7-BCA6-4924EC445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72152"/>
            <a:ext cx="5157787" cy="770021"/>
          </a:xfrm>
        </p:spPr>
        <p:txBody>
          <a:bodyPr/>
          <a:lstStyle/>
          <a:p>
            <a:pPr algn="ctr"/>
            <a:r>
              <a:rPr lang="en-IN" sz="3200" dirty="0"/>
              <a:t>Key Insights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41585-FBD2-4690-96F4-7492039E06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RAM is the most influential factor affecting price.</a:t>
            </a:r>
          </a:p>
          <a:p>
            <a:r>
              <a:rPr lang="en-US" dirty="0"/>
              <a:t>Internal storage also plays a major role .</a:t>
            </a:r>
          </a:p>
          <a:p>
            <a:r>
              <a:rPr lang="en-US" dirty="0"/>
              <a:t>Camera quality contributes to premium pricing.</a:t>
            </a:r>
          </a:p>
          <a:p>
            <a:r>
              <a:rPr lang="en-US" dirty="0"/>
              <a:t>Battery has moderate influence.</a:t>
            </a:r>
          </a:p>
          <a:p>
            <a:r>
              <a:rPr lang="en-US" dirty="0" err="1"/>
              <a:t>Colour</a:t>
            </a:r>
            <a:r>
              <a:rPr lang="en-US" dirty="0"/>
              <a:t> has minimal impact on pricing.</a:t>
            </a:r>
          </a:p>
          <a:p>
            <a:r>
              <a:rPr lang="en-US" dirty="0"/>
              <a:t>Processor significantly affects flagship phone prices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B3AB5-0ED9-4A53-B0EC-F605F12D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72152"/>
            <a:ext cx="5183188" cy="770021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E5CECA-E96E-4546-B64C-C8ED8B18B11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This project successfully analyzed mobile phone pricing using data science techniques. </a:t>
            </a:r>
          </a:p>
          <a:p>
            <a:r>
              <a:rPr lang="en-US" dirty="0"/>
              <a:t>The study shows that features like RAM, storage, and processor are the primary drivers of price.</a:t>
            </a:r>
          </a:p>
          <a:p>
            <a:r>
              <a:rPr lang="en-US" dirty="0"/>
              <a:t>The insights obtained can help businesses: </a:t>
            </a:r>
          </a:p>
          <a:p>
            <a:r>
              <a:rPr lang="en-US" dirty="0"/>
              <a:t>Improve pricing strategies.</a:t>
            </a:r>
          </a:p>
          <a:p>
            <a:r>
              <a:rPr lang="en-US" dirty="0"/>
              <a:t>Design better products.</a:t>
            </a:r>
          </a:p>
          <a:p>
            <a:r>
              <a:rPr lang="en-US" dirty="0"/>
              <a:t>Target the right customer segments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249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7E02C-DF37-4C88-BDBF-8B5924F9B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35781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IN" sz="3200" dirty="0" err="1"/>
              <a:t>Recomendatipns</a:t>
            </a:r>
            <a:endParaRPr lang="en-IN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76BB2-8A50-4DEE-81E9-0E13A8DBB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423260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Focus on increasing RAM and storage for premium pricing.</a:t>
            </a:r>
          </a:p>
          <a:p>
            <a:r>
              <a:rPr lang="en-US" dirty="0"/>
              <a:t>Improve camera features for high-end models.</a:t>
            </a:r>
          </a:p>
          <a:p>
            <a:r>
              <a:rPr lang="en-US" dirty="0"/>
              <a:t>Use battery improvements as a supporting feature.</a:t>
            </a:r>
          </a:p>
          <a:p>
            <a:r>
              <a:rPr lang="en-US" dirty="0"/>
              <a:t>Avoid over-pricing based on minor features like </a:t>
            </a:r>
            <a:r>
              <a:rPr lang="en-US" dirty="0" err="1"/>
              <a:t>colour</a:t>
            </a:r>
            <a:r>
              <a:rPr lang="en-US" dirty="0"/>
              <a:t>.</a:t>
            </a:r>
          </a:p>
          <a:p>
            <a:r>
              <a:rPr lang="en-US" dirty="0"/>
              <a:t>Align processor performance with price category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3F74A5-E5D6-44B3-AED8-1ECD7ED69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135781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Future Scope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F5B6D-29B2-496D-9BDF-A8DE2E54243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Apply machine learning models for better prediction.</a:t>
            </a:r>
          </a:p>
          <a:p>
            <a:r>
              <a:rPr lang="en-US" dirty="0"/>
              <a:t>Use larger datasets for improved accuracy.</a:t>
            </a:r>
          </a:p>
          <a:p>
            <a:r>
              <a:rPr lang="en-US" dirty="0"/>
              <a:t>Include brand value and market trends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997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519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 Mobile Price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Price Analysis</dc:title>
  <dc:creator>vijay chavan</dc:creator>
  <cp:lastModifiedBy>vijay chavan</cp:lastModifiedBy>
  <cp:revision>7</cp:revision>
  <dcterms:created xsi:type="dcterms:W3CDTF">2026-04-25T07:54:32Z</dcterms:created>
  <dcterms:modified xsi:type="dcterms:W3CDTF">2026-04-25T08:53:41Z</dcterms:modified>
</cp:coreProperties>
</file>